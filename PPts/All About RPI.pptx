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Sans Condensed Bold" charset="1" panose="020B0806050203000203"/>
      <p:regular r:id="rId17"/>
    </p:embeddedFont>
    <p:embeddedFont>
      <p:font typeface="IBM Plex Sans Condensed" charset="1" panose="020B0506050203000203"/>
      <p:regular r:id="rId18"/>
    </p:embeddedFont>
    <p:embeddedFont>
      <p:font typeface="Times New Roman Bold" charset="1" panose="02020803070505020304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League Spartan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.png" Type="http://schemas.openxmlformats.org/officeDocument/2006/relationships/image"/><Relationship Id="rId12" Target="../media/image12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45418" y="0"/>
            <a:ext cx="3088484" cy="1726810"/>
            <a:chOff x="0" y="0"/>
            <a:chExt cx="2928341" cy="16372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366" cy="1637284"/>
            </a:xfrm>
            <a:custGeom>
              <a:avLst/>
              <a:gdLst/>
              <a:ahLst/>
              <a:cxnLst/>
              <a:rect r="r" b="b" t="t" l="l"/>
              <a:pathLst>
                <a:path h="1637284" w="2928366">
                  <a:moveTo>
                    <a:pt x="0" y="0"/>
                  </a:moveTo>
                  <a:lnTo>
                    <a:pt x="2928366" y="0"/>
                  </a:lnTo>
                  <a:lnTo>
                    <a:pt x="2928366" y="1637284"/>
                  </a:lnTo>
                  <a:lnTo>
                    <a:pt x="0" y="1637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3" r="0" b="-30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3364" y="365182"/>
            <a:ext cx="2595485" cy="909944"/>
            <a:chOff x="0" y="0"/>
            <a:chExt cx="2460904" cy="862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0879" cy="862711"/>
            </a:xfrm>
            <a:custGeom>
              <a:avLst/>
              <a:gdLst/>
              <a:ahLst/>
              <a:cxnLst/>
              <a:rect r="r" b="b" t="t" l="l"/>
              <a:pathLst>
                <a:path h="862711" w="2460879">
                  <a:moveTo>
                    <a:pt x="0" y="0"/>
                  </a:moveTo>
                  <a:lnTo>
                    <a:pt x="2460879" y="0"/>
                  </a:lnTo>
                  <a:lnTo>
                    <a:pt x="2460879" y="862711"/>
                  </a:lnTo>
                  <a:lnTo>
                    <a:pt x="0" y="862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3" r="-1" b="-30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18876">
            <a:off x="907939" y="542799"/>
            <a:ext cx="16472122" cy="16472122"/>
          </a:xfrm>
          <a:custGeom>
            <a:avLst/>
            <a:gdLst/>
            <a:ahLst/>
            <a:cxnLst/>
            <a:rect r="r" b="b" t="t" l="l"/>
            <a:pathLst>
              <a:path h="16472122" w="16472122">
                <a:moveTo>
                  <a:pt x="0" y="0"/>
                </a:moveTo>
                <a:lnTo>
                  <a:pt x="16472122" y="0"/>
                </a:lnTo>
                <a:lnTo>
                  <a:pt x="16472122" y="16472122"/>
                </a:lnTo>
                <a:lnTo>
                  <a:pt x="0" y="16472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218876">
            <a:off x="319495" y="7170364"/>
            <a:ext cx="17771659" cy="17771659"/>
          </a:xfrm>
          <a:custGeom>
            <a:avLst/>
            <a:gdLst/>
            <a:ahLst/>
            <a:cxnLst/>
            <a:rect r="r" b="b" t="t" l="l"/>
            <a:pathLst>
              <a:path h="17771659" w="17771659">
                <a:moveTo>
                  <a:pt x="0" y="0"/>
                </a:moveTo>
                <a:lnTo>
                  <a:pt x="17771659" y="0"/>
                </a:lnTo>
                <a:lnTo>
                  <a:pt x="17771659" y="17771659"/>
                </a:lnTo>
                <a:lnTo>
                  <a:pt x="0" y="17771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11877" y="476028"/>
            <a:ext cx="5545418" cy="1878328"/>
          </a:xfrm>
          <a:custGeom>
            <a:avLst/>
            <a:gdLst/>
            <a:ahLst/>
            <a:cxnLst/>
            <a:rect r="r" b="b" t="t" l="l"/>
            <a:pathLst>
              <a:path h="1878328" w="5545418">
                <a:moveTo>
                  <a:pt x="0" y="0"/>
                </a:moveTo>
                <a:lnTo>
                  <a:pt x="5545418" y="0"/>
                </a:lnTo>
                <a:lnTo>
                  <a:pt x="5545418" y="1878328"/>
                </a:lnTo>
                <a:lnTo>
                  <a:pt x="0" y="1878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4115325" y="8985144"/>
            <a:ext cx="358140" cy="1358462"/>
          </a:xfrm>
          <a:custGeom>
            <a:avLst/>
            <a:gdLst/>
            <a:ahLst/>
            <a:cxnLst/>
            <a:rect r="r" b="b" t="t" l="l"/>
            <a:pathLst>
              <a:path h="1358462" w="358140">
                <a:moveTo>
                  <a:pt x="0" y="0"/>
                </a:moveTo>
                <a:lnTo>
                  <a:pt x="358140" y="0"/>
                </a:lnTo>
                <a:lnTo>
                  <a:pt x="358140" y="1358462"/>
                </a:lnTo>
                <a:lnTo>
                  <a:pt x="0" y="1358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692515" y="408433"/>
            <a:ext cx="2595485" cy="909944"/>
            <a:chOff x="0" y="0"/>
            <a:chExt cx="2460904" cy="862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0879" cy="862711"/>
            </a:xfrm>
            <a:custGeom>
              <a:avLst/>
              <a:gdLst/>
              <a:ahLst/>
              <a:cxnLst/>
              <a:rect r="r" b="b" t="t" l="l"/>
              <a:pathLst>
                <a:path h="862711" w="2460879">
                  <a:moveTo>
                    <a:pt x="0" y="0"/>
                  </a:moveTo>
                  <a:lnTo>
                    <a:pt x="2460879" y="0"/>
                  </a:lnTo>
                  <a:lnTo>
                    <a:pt x="2460879" y="862711"/>
                  </a:lnTo>
                  <a:lnTo>
                    <a:pt x="0" y="862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3" r="-1" b="-3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3088484" cy="1726810"/>
            <a:chOff x="0" y="0"/>
            <a:chExt cx="2928341" cy="1637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8366" cy="1637284"/>
            </a:xfrm>
            <a:custGeom>
              <a:avLst/>
              <a:gdLst/>
              <a:ahLst/>
              <a:cxnLst/>
              <a:rect r="r" b="b" t="t" l="l"/>
              <a:pathLst>
                <a:path h="1637284" w="2928366">
                  <a:moveTo>
                    <a:pt x="0" y="0"/>
                  </a:moveTo>
                  <a:lnTo>
                    <a:pt x="2928366" y="0"/>
                  </a:lnTo>
                  <a:lnTo>
                    <a:pt x="2928366" y="1637284"/>
                  </a:lnTo>
                  <a:lnTo>
                    <a:pt x="0" y="1637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03" r="0" b="-30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288000" y="3265172"/>
            <a:ext cx="5545418" cy="1878328"/>
          </a:xfrm>
          <a:custGeom>
            <a:avLst/>
            <a:gdLst/>
            <a:ahLst/>
            <a:cxnLst/>
            <a:rect r="r" b="b" t="t" l="l"/>
            <a:pathLst>
              <a:path h="1878328" w="5545418">
                <a:moveTo>
                  <a:pt x="0" y="0"/>
                </a:moveTo>
                <a:lnTo>
                  <a:pt x="5545418" y="0"/>
                </a:lnTo>
                <a:lnTo>
                  <a:pt x="5545418" y="1878328"/>
                </a:lnTo>
                <a:lnTo>
                  <a:pt x="0" y="1878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557219" y="365182"/>
            <a:ext cx="7206027" cy="1076839"/>
            <a:chOff x="0" y="0"/>
            <a:chExt cx="1124672" cy="1680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4672" cy="168066"/>
            </a:xfrm>
            <a:custGeom>
              <a:avLst/>
              <a:gdLst/>
              <a:ahLst/>
              <a:cxnLst/>
              <a:rect r="r" b="b" t="t" l="l"/>
              <a:pathLst>
                <a:path h="168066" w="1124672">
                  <a:moveTo>
                    <a:pt x="84033" y="0"/>
                  </a:moveTo>
                  <a:lnTo>
                    <a:pt x="1040639" y="0"/>
                  </a:lnTo>
                  <a:cubicBezTo>
                    <a:pt x="1087049" y="0"/>
                    <a:pt x="1124672" y="37623"/>
                    <a:pt x="1124672" y="84033"/>
                  </a:cubicBezTo>
                  <a:lnTo>
                    <a:pt x="1124672" y="84033"/>
                  </a:lnTo>
                  <a:cubicBezTo>
                    <a:pt x="1124672" y="130443"/>
                    <a:pt x="1087049" y="168066"/>
                    <a:pt x="1040639" y="168066"/>
                  </a:cubicBezTo>
                  <a:lnTo>
                    <a:pt x="84033" y="168066"/>
                  </a:lnTo>
                  <a:cubicBezTo>
                    <a:pt x="37623" y="168066"/>
                    <a:pt x="0" y="130443"/>
                    <a:pt x="0" y="84033"/>
                  </a:cubicBezTo>
                  <a:lnTo>
                    <a:pt x="0" y="84033"/>
                  </a:lnTo>
                  <a:cubicBezTo>
                    <a:pt x="0" y="37623"/>
                    <a:pt x="37623" y="0"/>
                    <a:pt x="84033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24672" cy="206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2424" y="2234085"/>
            <a:ext cx="5772121" cy="2909415"/>
            <a:chOff x="0" y="0"/>
            <a:chExt cx="900877" cy="454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0877" cy="454083"/>
            </a:xfrm>
            <a:custGeom>
              <a:avLst/>
              <a:gdLst/>
              <a:ahLst/>
              <a:cxnLst/>
              <a:rect r="r" b="b" t="t" l="l"/>
              <a:pathLst>
                <a:path h="454083" w="900877">
                  <a:moveTo>
                    <a:pt x="38897" y="0"/>
                  </a:moveTo>
                  <a:lnTo>
                    <a:pt x="861980" y="0"/>
                  </a:lnTo>
                  <a:cubicBezTo>
                    <a:pt x="883462" y="0"/>
                    <a:pt x="900877" y="17415"/>
                    <a:pt x="900877" y="38897"/>
                  </a:cubicBezTo>
                  <a:lnTo>
                    <a:pt x="900877" y="415187"/>
                  </a:lnTo>
                  <a:cubicBezTo>
                    <a:pt x="900877" y="436669"/>
                    <a:pt x="883462" y="454083"/>
                    <a:pt x="861980" y="454083"/>
                  </a:cubicBezTo>
                  <a:lnTo>
                    <a:pt x="38897" y="454083"/>
                  </a:lnTo>
                  <a:cubicBezTo>
                    <a:pt x="17415" y="454083"/>
                    <a:pt x="0" y="436669"/>
                    <a:pt x="0" y="415187"/>
                  </a:cubicBezTo>
                  <a:lnTo>
                    <a:pt x="0" y="38897"/>
                  </a:lnTo>
                  <a:cubicBezTo>
                    <a:pt x="0" y="17415"/>
                    <a:pt x="17415" y="0"/>
                    <a:pt x="38897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0877" cy="49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2424" y="5245167"/>
            <a:ext cx="5772121" cy="4013133"/>
            <a:chOff x="0" y="0"/>
            <a:chExt cx="900877" cy="6263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0877" cy="626345"/>
            </a:xfrm>
            <a:custGeom>
              <a:avLst/>
              <a:gdLst/>
              <a:ahLst/>
              <a:cxnLst/>
              <a:rect r="r" b="b" t="t" l="l"/>
              <a:pathLst>
                <a:path h="626345" w="900877">
                  <a:moveTo>
                    <a:pt x="38897" y="0"/>
                  </a:moveTo>
                  <a:lnTo>
                    <a:pt x="861980" y="0"/>
                  </a:lnTo>
                  <a:cubicBezTo>
                    <a:pt x="883462" y="0"/>
                    <a:pt x="900877" y="17415"/>
                    <a:pt x="900877" y="38897"/>
                  </a:cubicBezTo>
                  <a:lnTo>
                    <a:pt x="900877" y="587448"/>
                  </a:lnTo>
                  <a:cubicBezTo>
                    <a:pt x="900877" y="608930"/>
                    <a:pt x="883462" y="626345"/>
                    <a:pt x="861980" y="626345"/>
                  </a:cubicBezTo>
                  <a:lnTo>
                    <a:pt x="38897" y="626345"/>
                  </a:lnTo>
                  <a:cubicBezTo>
                    <a:pt x="17415" y="626345"/>
                    <a:pt x="0" y="608930"/>
                    <a:pt x="0" y="587448"/>
                  </a:cubicBezTo>
                  <a:lnTo>
                    <a:pt x="0" y="38897"/>
                  </a:lnTo>
                  <a:cubicBezTo>
                    <a:pt x="0" y="17415"/>
                    <a:pt x="17415" y="0"/>
                    <a:pt x="38897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0877" cy="664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57939" y="2197769"/>
            <a:ext cx="5772121" cy="7060531"/>
            <a:chOff x="0" y="0"/>
            <a:chExt cx="900877" cy="11019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0877" cy="1101964"/>
            </a:xfrm>
            <a:custGeom>
              <a:avLst/>
              <a:gdLst/>
              <a:ahLst/>
              <a:cxnLst/>
              <a:rect r="r" b="b" t="t" l="l"/>
              <a:pathLst>
                <a:path h="1101964" w="900877">
                  <a:moveTo>
                    <a:pt x="38897" y="0"/>
                  </a:moveTo>
                  <a:lnTo>
                    <a:pt x="861980" y="0"/>
                  </a:lnTo>
                  <a:cubicBezTo>
                    <a:pt x="883462" y="0"/>
                    <a:pt x="900877" y="17415"/>
                    <a:pt x="900877" y="38897"/>
                  </a:cubicBezTo>
                  <a:lnTo>
                    <a:pt x="900877" y="1063067"/>
                  </a:lnTo>
                  <a:cubicBezTo>
                    <a:pt x="900877" y="1084549"/>
                    <a:pt x="883462" y="1101964"/>
                    <a:pt x="861980" y="1101964"/>
                  </a:cubicBezTo>
                  <a:lnTo>
                    <a:pt x="38897" y="1101964"/>
                  </a:lnTo>
                  <a:cubicBezTo>
                    <a:pt x="17415" y="1101964"/>
                    <a:pt x="0" y="1084549"/>
                    <a:pt x="0" y="1063067"/>
                  </a:cubicBezTo>
                  <a:lnTo>
                    <a:pt x="0" y="38897"/>
                  </a:lnTo>
                  <a:cubicBezTo>
                    <a:pt x="0" y="17415"/>
                    <a:pt x="17415" y="0"/>
                    <a:pt x="38897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00877" cy="1140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477736" y="2538748"/>
            <a:ext cx="4021697" cy="6378574"/>
          </a:xfrm>
          <a:custGeom>
            <a:avLst/>
            <a:gdLst/>
            <a:ahLst/>
            <a:cxnLst/>
            <a:rect r="r" b="b" t="t" l="l"/>
            <a:pathLst>
              <a:path h="6378574" w="4021697">
                <a:moveTo>
                  <a:pt x="0" y="0"/>
                </a:moveTo>
                <a:lnTo>
                  <a:pt x="4021697" y="0"/>
                </a:lnTo>
                <a:lnTo>
                  <a:pt x="4021697" y="6378574"/>
                </a:lnTo>
                <a:lnTo>
                  <a:pt x="0" y="63785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8691" t="-15987" r="-40234" b="-1450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417562" y="2363455"/>
            <a:ext cx="5452875" cy="638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5712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SP</a:t>
            </a:r>
            <a:r>
              <a:rPr lang="en-US" b="true" sz="2599">
                <a:solidFill>
                  <a:srgbClr val="F5712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ECIALTIES FOR BEG</a:t>
            </a:r>
            <a:r>
              <a:rPr lang="en-US" b="true" sz="2599">
                <a:solidFill>
                  <a:srgbClr val="F5712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INNERS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2F2F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CODING</a:t>
            </a:r>
            <a:r>
              <a:rPr lang="en-US" b="true" sz="2599">
                <a:solidFill>
                  <a:srgbClr val="F2F2F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HUB: </a:t>
            </a:r>
            <a:r>
              <a:rPr lang="en-US" sz="2599">
                <a:solidFill>
                  <a:srgbClr val="F2F2F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PERFECT ENVIRONMENT TO LEARN PYTHON, JAVA, OR NODE.JS DIRECTLY ON THE DEVICE WITHOUT A SECOND PC.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2F2F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MEDIA &amp; AI: </a:t>
            </a:r>
            <a:r>
              <a:rPr lang="en-US" sz="2599">
                <a:solidFill>
                  <a:srgbClr val="F2F2F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EXCEL AT HIGH-LEVEL TASKS LIKE VIDEO STREAMING, FACE RECOGNITION, AND LOCAL CLOUD STORAGE (NAS).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2F2F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GPIO PINS: </a:t>
            </a:r>
            <a:r>
              <a:rPr lang="en-US" sz="2599">
                <a:solidFill>
                  <a:srgbClr val="F2F2F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DESPITE BEING A COMPUTER, IT STILL HAS 40 PINS TO CONTROL LEDS, SENSORS, AND MOTORS JUST LIKE AN ARDUINO.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71805" y="203257"/>
            <a:ext cx="6544389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RASPBERRY PI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4739" y="2314214"/>
            <a:ext cx="5348544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5712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WHAT IS IT?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2F2F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</a:t>
            </a:r>
            <a:r>
              <a:rPr lang="en-US" b="true" sz="2199">
                <a:solidFill>
                  <a:srgbClr val="F2F2F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RASPBERRY PI </a:t>
            </a:r>
            <a:r>
              <a:rPr lang="en-US" sz="2199">
                <a:solidFill>
                  <a:srgbClr val="F2F2F2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 A LOW-COST, CREDIT-CARD SIZED COMPUTER. UNLIKE A MICROCONTROLLER, IT RUNS A FULL OPERATING SYSTEM (LINUX), ALLOWING IT TO HANDLE MULTIPLE TASKS, BROWSE THE WEB, AND RUN COMPLEX SOFTWARE.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78581" y="5335671"/>
            <a:ext cx="5619806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099">
                <a:solidFill>
                  <a:srgbClr val="F5712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WHY USE IT?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DESKTOP POWER:</a:t>
            </a:r>
            <a:r>
              <a:rPr lang="en-US" sz="20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IT HAS HDMI, USB, AND ETHERNET PORTS, MAKING IT A FULLY FUNCTIONAL PC THAT FITS IN YOUR POCKET.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MULTITASKING: </a:t>
            </a:r>
            <a:r>
              <a:rPr lang="en-US" sz="20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RUNS MULTIPLE PROGRAMS SIMULTANEOUSLY, SUCH AS A WEB SERVER, DATABASE, AND AI MODEL ALL AT ONCE.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OS FLEXIBILITY:</a:t>
            </a:r>
            <a:r>
              <a:rPr lang="en-US" sz="20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SUPPORTS VARIOUS OPERATING SYSTEMS, FROM RASPBERRY PI OS TO UBUNTU AND EVEN MEDIA CENTERS.</a:t>
            </a:r>
          </a:p>
          <a:p>
            <a:pPr algn="l">
              <a:lnSpc>
                <a:spcPts val="29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61461"/>
            <a:ext cx="14451912" cy="14451912"/>
          </a:xfrm>
          <a:custGeom>
            <a:avLst/>
            <a:gdLst/>
            <a:ahLst/>
            <a:cxnLst/>
            <a:rect r="r" b="b" t="t" l="l"/>
            <a:pathLst>
              <a:path h="14451912" w="14451912">
                <a:moveTo>
                  <a:pt x="0" y="0"/>
                </a:moveTo>
                <a:lnTo>
                  <a:pt x="14451912" y="0"/>
                </a:lnTo>
                <a:lnTo>
                  <a:pt x="14451912" y="14451912"/>
                </a:lnTo>
                <a:lnTo>
                  <a:pt x="0" y="1445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70639" y="-5044579"/>
            <a:ext cx="12934077" cy="13028832"/>
          </a:xfrm>
          <a:custGeom>
            <a:avLst/>
            <a:gdLst/>
            <a:ahLst/>
            <a:cxnLst/>
            <a:rect r="r" b="b" t="t" l="l"/>
            <a:pathLst>
              <a:path h="13028832" w="12934077">
                <a:moveTo>
                  <a:pt x="0" y="0"/>
                </a:moveTo>
                <a:lnTo>
                  <a:pt x="12934076" y="0"/>
                </a:lnTo>
                <a:lnTo>
                  <a:pt x="12934076" y="13028832"/>
                </a:lnTo>
                <a:lnTo>
                  <a:pt x="0" y="13028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431" y="392998"/>
            <a:ext cx="8041225" cy="1981200"/>
            <a:chOff x="0" y="0"/>
            <a:chExt cx="1255024" cy="3092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5024" cy="309213"/>
            </a:xfrm>
            <a:custGeom>
              <a:avLst/>
              <a:gdLst/>
              <a:ahLst/>
              <a:cxnLst/>
              <a:rect r="r" b="b" t="t" l="l"/>
              <a:pathLst>
                <a:path h="309213" w="1255024">
                  <a:moveTo>
                    <a:pt x="41399" y="0"/>
                  </a:moveTo>
                  <a:lnTo>
                    <a:pt x="1213625" y="0"/>
                  </a:lnTo>
                  <a:cubicBezTo>
                    <a:pt x="1236489" y="0"/>
                    <a:pt x="1255024" y="18535"/>
                    <a:pt x="1255024" y="41399"/>
                  </a:cubicBezTo>
                  <a:lnTo>
                    <a:pt x="1255024" y="267814"/>
                  </a:lnTo>
                  <a:cubicBezTo>
                    <a:pt x="1255024" y="290678"/>
                    <a:pt x="1236489" y="309213"/>
                    <a:pt x="1213625" y="309213"/>
                  </a:cubicBezTo>
                  <a:lnTo>
                    <a:pt x="41399" y="309213"/>
                  </a:lnTo>
                  <a:cubicBezTo>
                    <a:pt x="18535" y="309213"/>
                    <a:pt x="0" y="290678"/>
                    <a:pt x="0" y="267814"/>
                  </a:cubicBezTo>
                  <a:lnTo>
                    <a:pt x="0" y="41399"/>
                  </a:lnTo>
                  <a:cubicBezTo>
                    <a:pt x="0" y="18535"/>
                    <a:pt x="18535" y="0"/>
                    <a:pt x="41399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55024" cy="3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19792" y="2608627"/>
            <a:ext cx="9401536" cy="6558739"/>
          </a:xfrm>
          <a:custGeom>
            <a:avLst/>
            <a:gdLst/>
            <a:ahLst/>
            <a:cxnLst/>
            <a:rect r="r" b="b" t="t" l="l"/>
            <a:pathLst>
              <a:path h="6558739" w="9401536">
                <a:moveTo>
                  <a:pt x="0" y="0"/>
                </a:moveTo>
                <a:lnTo>
                  <a:pt x="9401535" y="0"/>
                </a:lnTo>
                <a:lnTo>
                  <a:pt x="9401535" y="6558739"/>
                </a:lnTo>
                <a:lnTo>
                  <a:pt x="0" y="6558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3431" y="2766195"/>
            <a:ext cx="8324803" cy="6243602"/>
          </a:xfrm>
          <a:custGeom>
            <a:avLst/>
            <a:gdLst/>
            <a:ahLst/>
            <a:cxnLst/>
            <a:rect r="r" b="b" t="t" l="l"/>
            <a:pathLst>
              <a:path h="6243602" w="8324803">
                <a:moveTo>
                  <a:pt x="0" y="0"/>
                </a:moveTo>
                <a:lnTo>
                  <a:pt x="8324802" y="0"/>
                </a:lnTo>
                <a:lnTo>
                  <a:pt x="8324802" y="6243602"/>
                </a:lnTo>
                <a:lnTo>
                  <a:pt x="0" y="624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2736" y="283143"/>
            <a:ext cx="7482614" cy="2062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capture test </a:t>
            </a:r>
            <a:r>
              <a:rPr lang="en-US" b="true" sz="58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with Raspberry Pi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54607">
            <a:off x="1783968" y="-4779078"/>
            <a:ext cx="14986279" cy="14986279"/>
          </a:xfrm>
          <a:custGeom>
            <a:avLst/>
            <a:gdLst/>
            <a:ahLst/>
            <a:cxnLst/>
            <a:rect r="r" b="b" t="t" l="l"/>
            <a:pathLst>
              <a:path h="14986279" w="14986279">
                <a:moveTo>
                  <a:pt x="0" y="0"/>
                </a:moveTo>
                <a:lnTo>
                  <a:pt x="14986280" y="0"/>
                </a:lnTo>
                <a:lnTo>
                  <a:pt x="14986280" y="14986279"/>
                </a:lnTo>
                <a:lnTo>
                  <a:pt x="0" y="14986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854607">
            <a:off x="4409244" y="-10024634"/>
            <a:ext cx="17771659" cy="17771659"/>
          </a:xfrm>
          <a:custGeom>
            <a:avLst/>
            <a:gdLst/>
            <a:ahLst/>
            <a:cxnLst/>
            <a:rect r="r" b="b" t="t" l="l"/>
            <a:pathLst>
              <a:path h="17771659" w="17771659">
                <a:moveTo>
                  <a:pt x="0" y="0"/>
                </a:moveTo>
                <a:lnTo>
                  <a:pt x="17771659" y="0"/>
                </a:lnTo>
                <a:lnTo>
                  <a:pt x="17771659" y="17771659"/>
                </a:lnTo>
                <a:lnTo>
                  <a:pt x="0" y="17771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698" y="184210"/>
            <a:ext cx="7298575" cy="1574679"/>
            <a:chOff x="0" y="0"/>
            <a:chExt cx="1139116" cy="2457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116" cy="245766"/>
            </a:xfrm>
            <a:custGeom>
              <a:avLst/>
              <a:gdLst/>
              <a:ahLst/>
              <a:cxnLst/>
              <a:rect r="r" b="b" t="t" l="l"/>
              <a:pathLst>
                <a:path h="245766" w="1139116">
                  <a:moveTo>
                    <a:pt x="45612" y="0"/>
                  </a:moveTo>
                  <a:lnTo>
                    <a:pt x="1093504" y="0"/>
                  </a:lnTo>
                  <a:cubicBezTo>
                    <a:pt x="1105601" y="0"/>
                    <a:pt x="1117203" y="4806"/>
                    <a:pt x="1125757" y="13359"/>
                  </a:cubicBezTo>
                  <a:cubicBezTo>
                    <a:pt x="1134311" y="21913"/>
                    <a:pt x="1139116" y="33515"/>
                    <a:pt x="1139116" y="45612"/>
                  </a:cubicBezTo>
                  <a:lnTo>
                    <a:pt x="1139116" y="200154"/>
                  </a:lnTo>
                  <a:cubicBezTo>
                    <a:pt x="1139116" y="212251"/>
                    <a:pt x="1134311" y="223853"/>
                    <a:pt x="1125757" y="232407"/>
                  </a:cubicBezTo>
                  <a:cubicBezTo>
                    <a:pt x="1117203" y="240961"/>
                    <a:pt x="1105601" y="245766"/>
                    <a:pt x="1093504" y="245766"/>
                  </a:cubicBezTo>
                  <a:lnTo>
                    <a:pt x="45612" y="245766"/>
                  </a:lnTo>
                  <a:cubicBezTo>
                    <a:pt x="20421" y="245766"/>
                    <a:pt x="0" y="225345"/>
                    <a:pt x="0" y="200154"/>
                  </a:cubicBezTo>
                  <a:lnTo>
                    <a:pt x="0" y="45612"/>
                  </a:lnTo>
                  <a:cubicBezTo>
                    <a:pt x="0" y="33515"/>
                    <a:pt x="4806" y="21913"/>
                    <a:pt x="13359" y="13359"/>
                  </a:cubicBezTo>
                  <a:cubicBezTo>
                    <a:pt x="21913" y="4806"/>
                    <a:pt x="33515" y="0"/>
                    <a:pt x="45612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39116" cy="283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1698" y="1806515"/>
            <a:ext cx="7776531" cy="8319323"/>
          </a:xfrm>
          <a:custGeom>
            <a:avLst/>
            <a:gdLst/>
            <a:ahLst/>
            <a:cxnLst/>
            <a:rect r="r" b="b" t="t" l="l"/>
            <a:pathLst>
              <a:path h="8319323" w="7776531">
                <a:moveTo>
                  <a:pt x="0" y="0"/>
                </a:moveTo>
                <a:lnTo>
                  <a:pt x="7776531" y="0"/>
                </a:lnTo>
                <a:lnTo>
                  <a:pt x="7776531" y="8319322"/>
                </a:lnTo>
                <a:lnTo>
                  <a:pt x="0" y="8319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48812" y="0"/>
            <a:ext cx="8510488" cy="8532943"/>
          </a:xfrm>
          <a:custGeom>
            <a:avLst/>
            <a:gdLst/>
            <a:ahLst/>
            <a:cxnLst/>
            <a:rect r="r" b="b" t="t" l="l"/>
            <a:pathLst>
              <a:path h="8532943" w="8510488">
                <a:moveTo>
                  <a:pt x="0" y="0"/>
                </a:moveTo>
                <a:lnTo>
                  <a:pt x="8510488" y="0"/>
                </a:lnTo>
                <a:lnTo>
                  <a:pt x="8510488" y="8532943"/>
                </a:lnTo>
                <a:lnTo>
                  <a:pt x="0" y="8532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86912" y="8532943"/>
            <a:ext cx="5167623" cy="1669188"/>
          </a:xfrm>
          <a:custGeom>
            <a:avLst/>
            <a:gdLst/>
            <a:ahLst/>
            <a:cxnLst/>
            <a:rect r="r" b="b" t="t" l="l"/>
            <a:pathLst>
              <a:path h="1669188" w="5167623">
                <a:moveTo>
                  <a:pt x="0" y="0"/>
                </a:moveTo>
                <a:lnTo>
                  <a:pt x="5167623" y="0"/>
                </a:lnTo>
                <a:lnTo>
                  <a:pt x="5167623" y="1669188"/>
                </a:lnTo>
                <a:lnTo>
                  <a:pt x="0" y="16691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2049" y="210760"/>
            <a:ext cx="4157424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finger cou</a:t>
            </a:r>
            <a:r>
              <a:rPr lang="en-US" b="true" sz="3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nter with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Raspberry Pi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381" y="136622"/>
            <a:ext cx="8659510" cy="1076745"/>
            <a:chOff x="0" y="0"/>
            <a:chExt cx="2486787" cy="3092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6787" cy="309213"/>
            </a:xfrm>
            <a:custGeom>
              <a:avLst/>
              <a:gdLst/>
              <a:ahLst/>
              <a:cxnLst/>
              <a:rect r="r" b="b" t="t" l="l"/>
              <a:pathLst>
                <a:path h="309213" w="2486787">
                  <a:moveTo>
                    <a:pt x="38444" y="0"/>
                  </a:moveTo>
                  <a:lnTo>
                    <a:pt x="2448343" y="0"/>
                  </a:lnTo>
                  <a:cubicBezTo>
                    <a:pt x="2458539" y="0"/>
                    <a:pt x="2468318" y="4050"/>
                    <a:pt x="2475527" y="11260"/>
                  </a:cubicBezTo>
                  <a:cubicBezTo>
                    <a:pt x="2482737" y="18469"/>
                    <a:pt x="2486787" y="28248"/>
                    <a:pt x="2486787" y="38444"/>
                  </a:cubicBezTo>
                  <a:lnTo>
                    <a:pt x="2486787" y="270770"/>
                  </a:lnTo>
                  <a:cubicBezTo>
                    <a:pt x="2486787" y="292002"/>
                    <a:pt x="2469575" y="309213"/>
                    <a:pt x="2448343" y="309213"/>
                  </a:cubicBezTo>
                  <a:lnTo>
                    <a:pt x="38444" y="309213"/>
                  </a:lnTo>
                  <a:cubicBezTo>
                    <a:pt x="28248" y="309213"/>
                    <a:pt x="18469" y="305163"/>
                    <a:pt x="11260" y="297953"/>
                  </a:cubicBezTo>
                  <a:cubicBezTo>
                    <a:pt x="4050" y="290744"/>
                    <a:pt x="0" y="280966"/>
                    <a:pt x="0" y="270770"/>
                  </a:cubicBezTo>
                  <a:lnTo>
                    <a:pt x="0" y="38444"/>
                  </a:lnTo>
                  <a:cubicBezTo>
                    <a:pt x="0" y="28248"/>
                    <a:pt x="4050" y="18469"/>
                    <a:pt x="11260" y="11260"/>
                  </a:cubicBezTo>
                  <a:cubicBezTo>
                    <a:pt x="18469" y="4050"/>
                    <a:pt x="28248" y="0"/>
                    <a:pt x="38444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86787" cy="3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4381" y="1797623"/>
            <a:ext cx="7715702" cy="8113178"/>
          </a:xfrm>
          <a:custGeom>
            <a:avLst/>
            <a:gdLst/>
            <a:ahLst/>
            <a:cxnLst/>
            <a:rect r="r" b="b" t="t" l="l"/>
            <a:pathLst>
              <a:path h="8113178" w="7715702">
                <a:moveTo>
                  <a:pt x="0" y="0"/>
                </a:moveTo>
                <a:lnTo>
                  <a:pt x="7715702" y="0"/>
                </a:lnTo>
                <a:lnTo>
                  <a:pt x="7715702" y="8113178"/>
                </a:lnTo>
                <a:lnTo>
                  <a:pt x="0" y="8113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86283" y="1846626"/>
            <a:ext cx="4849584" cy="8113178"/>
          </a:xfrm>
          <a:custGeom>
            <a:avLst/>
            <a:gdLst/>
            <a:ahLst/>
            <a:cxnLst/>
            <a:rect r="r" b="b" t="t" l="l"/>
            <a:pathLst>
              <a:path h="8113178" w="4849584">
                <a:moveTo>
                  <a:pt x="0" y="0"/>
                </a:moveTo>
                <a:lnTo>
                  <a:pt x="4849584" y="0"/>
                </a:lnTo>
                <a:lnTo>
                  <a:pt x="4849584" y="8113178"/>
                </a:lnTo>
                <a:lnTo>
                  <a:pt x="0" y="811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50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73967" y="1846626"/>
            <a:ext cx="4977481" cy="8113178"/>
          </a:xfrm>
          <a:custGeom>
            <a:avLst/>
            <a:gdLst/>
            <a:ahLst/>
            <a:cxnLst/>
            <a:rect r="r" b="b" t="t" l="l"/>
            <a:pathLst>
              <a:path h="8113178" w="4977481">
                <a:moveTo>
                  <a:pt x="0" y="0"/>
                </a:moveTo>
                <a:lnTo>
                  <a:pt x="4977481" y="0"/>
                </a:lnTo>
                <a:lnTo>
                  <a:pt x="4977481" y="8113178"/>
                </a:lnTo>
                <a:lnTo>
                  <a:pt x="0" y="8113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7373" y="349763"/>
            <a:ext cx="8546627" cy="55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  <a:spcBef>
                <a:spcPct val="0"/>
              </a:spcBef>
            </a:pPr>
            <a:r>
              <a:rPr lang="en-US" b="true" sz="3152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GESTURECAM AI </a:t>
            </a:r>
            <a:r>
              <a:rPr lang="en-US" b="true" sz="3152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WITH  RASPBERRY PI</a:t>
            </a:r>
          </a:p>
        </p:txBody>
      </p:sp>
      <p:sp>
        <p:nvSpPr>
          <p:cNvPr name="AutoShape 9" id="9"/>
          <p:cNvSpPr/>
          <p:nvPr/>
        </p:nvSpPr>
        <p:spPr>
          <a:xfrm>
            <a:off x="7910083" y="1846626"/>
            <a:ext cx="0" cy="79959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835867" y="1846626"/>
            <a:ext cx="38100" cy="81131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6642" y="2928392"/>
            <a:ext cx="14451912" cy="14451912"/>
          </a:xfrm>
          <a:custGeom>
            <a:avLst/>
            <a:gdLst/>
            <a:ahLst/>
            <a:cxnLst/>
            <a:rect r="r" b="b" t="t" l="l"/>
            <a:pathLst>
              <a:path h="14451912" w="14451912">
                <a:moveTo>
                  <a:pt x="0" y="0"/>
                </a:moveTo>
                <a:lnTo>
                  <a:pt x="14451912" y="0"/>
                </a:lnTo>
                <a:lnTo>
                  <a:pt x="14451912" y="14451911"/>
                </a:lnTo>
                <a:lnTo>
                  <a:pt x="0" y="1445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2565" y="3477811"/>
            <a:ext cx="6778464" cy="1981200"/>
            <a:chOff x="0" y="0"/>
            <a:chExt cx="1057940" cy="3092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7940" cy="309213"/>
            </a:xfrm>
            <a:custGeom>
              <a:avLst/>
              <a:gdLst/>
              <a:ahLst/>
              <a:cxnLst/>
              <a:rect r="r" b="b" t="t" l="l"/>
              <a:pathLst>
                <a:path h="309213" w="1057940">
                  <a:moveTo>
                    <a:pt x="49112" y="0"/>
                  </a:moveTo>
                  <a:lnTo>
                    <a:pt x="1008829" y="0"/>
                  </a:lnTo>
                  <a:cubicBezTo>
                    <a:pt x="1035952" y="0"/>
                    <a:pt x="1057940" y="21988"/>
                    <a:pt x="1057940" y="49112"/>
                  </a:cubicBezTo>
                  <a:lnTo>
                    <a:pt x="1057940" y="260101"/>
                  </a:lnTo>
                  <a:cubicBezTo>
                    <a:pt x="1057940" y="287225"/>
                    <a:pt x="1035952" y="309213"/>
                    <a:pt x="1008829" y="309213"/>
                  </a:cubicBezTo>
                  <a:lnTo>
                    <a:pt x="49112" y="309213"/>
                  </a:lnTo>
                  <a:cubicBezTo>
                    <a:pt x="21988" y="309213"/>
                    <a:pt x="0" y="287225"/>
                    <a:pt x="0" y="260101"/>
                  </a:cubicBezTo>
                  <a:lnTo>
                    <a:pt x="0" y="49112"/>
                  </a:lnTo>
                  <a:cubicBezTo>
                    <a:pt x="0" y="21988"/>
                    <a:pt x="21988" y="0"/>
                    <a:pt x="49112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57940" cy="3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35144" y="0"/>
            <a:ext cx="11439144" cy="10287000"/>
          </a:xfrm>
          <a:custGeom>
            <a:avLst/>
            <a:gdLst/>
            <a:ahLst/>
            <a:cxnLst/>
            <a:rect r="r" b="b" t="t" l="l"/>
            <a:pathLst>
              <a:path h="10287000" w="11439144">
                <a:moveTo>
                  <a:pt x="0" y="0"/>
                </a:moveTo>
                <a:lnTo>
                  <a:pt x="11439144" y="0"/>
                </a:lnTo>
                <a:lnTo>
                  <a:pt x="114391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1183" y="3325411"/>
            <a:ext cx="6519846" cy="2062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motion detection </a:t>
            </a:r>
            <a:r>
              <a:rPr lang="en-US" b="true" sz="58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with Raspberry 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7700" y="3056969"/>
            <a:ext cx="6195177" cy="2787875"/>
            <a:chOff x="0" y="0"/>
            <a:chExt cx="966905" cy="435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6905" cy="435114"/>
            </a:xfrm>
            <a:custGeom>
              <a:avLst/>
              <a:gdLst/>
              <a:ahLst/>
              <a:cxnLst/>
              <a:rect r="r" b="b" t="t" l="l"/>
              <a:pathLst>
                <a:path h="435114" w="966905">
                  <a:moveTo>
                    <a:pt x="71231" y="0"/>
                  </a:moveTo>
                  <a:lnTo>
                    <a:pt x="895674" y="0"/>
                  </a:lnTo>
                  <a:cubicBezTo>
                    <a:pt x="914565" y="0"/>
                    <a:pt x="932683" y="7505"/>
                    <a:pt x="946042" y="20863"/>
                  </a:cubicBezTo>
                  <a:cubicBezTo>
                    <a:pt x="959400" y="34222"/>
                    <a:pt x="966905" y="52339"/>
                    <a:pt x="966905" y="71231"/>
                  </a:cubicBezTo>
                  <a:lnTo>
                    <a:pt x="966905" y="363883"/>
                  </a:lnTo>
                  <a:cubicBezTo>
                    <a:pt x="966905" y="382775"/>
                    <a:pt x="959400" y="400893"/>
                    <a:pt x="946042" y="414251"/>
                  </a:cubicBezTo>
                  <a:cubicBezTo>
                    <a:pt x="932683" y="427610"/>
                    <a:pt x="914565" y="435114"/>
                    <a:pt x="895674" y="435114"/>
                  </a:cubicBezTo>
                  <a:lnTo>
                    <a:pt x="71231" y="435114"/>
                  </a:lnTo>
                  <a:cubicBezTo>
                    <a:pt x="52339" y="435114"/>
                    <a:pt x="34222" y="427610"/>
                    <a:pt x="20863" y="414251"/>
                  </a:cubicBezTo>
                  <a:cubicBezTo>
                    <a:pt x="7505" y="400893"/>
                    <a:pt x="0" y="382775"/>
                    <a:pt x="0" y="363883"/>
                  </a:cubicBezTo>
                  <a:lnTo>
                    <a:pt x="0" y="71231"/>
                  </a:lnTo>
                  <a:cubicBezTo>
                    <a:pt x="0" y="52339"/>
                    <a:pt x="7505" y="34222"/>
                    <a:pt x="20863" y="20863"/>
                  </a:cubicBezTo>
                  <a:cubicBezTo>
                    <a:pt x="34222" y="7505"/>
                    <a:pt x="52339" y="0"/>
                    <a:pt x="71231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6905" cy="47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191796"/>
            <a:ext cx="7010577" cy="246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</a:t>
            </a:r>
            <a:r>
              <a:rPr lang="en-US" b="true" sz="6999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TEM WORKFLOW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8218876">
            <a:off x="303006" y="-3270986"/>
            <a:ext cx="20025138" cy="20025138"/>
          </a:xfrm>
          <a:custGeom>
            <a:avLst/>
            <a:gdLst/>
            <a:ahLst/>
            <a:cxnLst/>
            <a:rect r="r" b="b" t="t" l="l"/>
            <a:pathLst>
              <a:path h="20025138" w="20025138">
                <a:moveTo>
                  <a:pt x="0" y="20025138"/>
                </a:moveTo>
                <a:lnTo>
                  <a:pt x="20025138" y="20025138"/>
                </a:lnTo>
                <a:lnTo>
                  <a:pt x="20025138" y="0"/>
                </a:lnTo>
                <a:lnTo>
                  <a:pt x="0" y="0"/>
                </a:lnTo>
                <a:lnTo>
                  <a:pt x="0" y="20025138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15575" y="0"/>
            <a:ext cx="7972425" cy="10287000"/>
          </a:xfrm>
          <a:custGeom>
            <a:avLst/>
            <a:gdLst/>
            <a:ahLst/>
            <a:cxnLst/>
            <a:rect r="r" b="b" t="t" l="l"/>
            <a:pathLst>
              <a:path h="10287000" w="7972425">
                <a:moveTo>
                  <a:pt x="0" y="0"/>
                </a:moveTo>
                <a:lnTo>
                  <a:pt x="7972425" y="0"/>
                </a:lnTo>
                <a:lnTo>
                  <a:pt x="79724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3764" y="3474294"/>
            <a:ext cx="6195177" cy="2787875"/>
            <a:chOff x="0" y="0"/>
            <a:chExt cx="966905" cy="435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6905" cy="435114"/>
            </a:xfrm>
            <a:custGeom>
              <a:avLst/>
              <a:gdLst/>
              <a:ahLst/>
              <a:cxnLst/>
              <a:rect r="r" b="b" t="t" l="l"/>
              <a:pathLst>
                <a:path h="435114" w="966905">
                  <a:moveTo>
                    <a:pt x="71231" y="0"/>
                  </a:moveTo>
                  <a:lnTo>
                    <a:pt x="895674" y="0"/>
                  </a:lnTo>
                  <a:cubicBezTo>
                    <a:pt x="914565" y="0"/>
                    <a:pt x="932683" y="7505"/>
                    <a:pt x="946042" y="20863"/>
                  </a:cubicBezTo>
                  <a:cubicBezTo>
                    <a:pt x="959400" y="34222"/>
                    <a:pt x="966905" y="52339"/>
                    <a:pt x="966905" y="71231"/>
                  </a:cubicBezTo>
                  <a:lnTo>
                    <a:pt x="966905" y="363883"/>
                  </a:lnTo>
                  <a:cubicBezTo>
                    <a:pt x="966905" y="382775"/>
                    <a:pt x="959400" y="400893"/>
                    <a:pt x="946042" y="414251"/>
                  </a:cubicBezTo>
                  <a:cubicBezTo>
                    <a:pt x="932683" y="427610"/>
                    <a:pt x="914565" y="435114"/>
                    <a:pt x="895674" y="435114"/>
                  </a:cubicBezTo>
                  <a:lnTo>
                    <a:pt x="71231" y="435114"/>
                  </a:lnTo>
                  <a:cubicBezTo>
                    <a:pt x="52339" y="435114"/>
                    <a:pt x="34222" y="427610"/>
                    <a:pt x="20863" y="414251"/>
                  </a:cubicBezTo>
                  <a:cubicBezTo>
                    <a:pt x="7505" y="400893"/>
                    <a:pt x="0" y="382775"/>
                    <a:pt x="0" y="363883"/>
                  </a:cubicBezTo>
                  <a:lnTo>
                    <a:pt x="0" y="71231"/>
                  </a:lnTo>
                  <a:cubicBezTo>
                    <a:pt x="0" y="52339"/>
                    <a:pt x="7505" y="34222"/>
                    <a:pt x="20863" y="20863"/>
                  </a:cubicBezTo>
                  <a:cubicBezTo>
                    <a:pt x="34222" y="7505"/>
                    <a:pt x="52339" y="0"/>
                    <a:pt x="71231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6905" cy="47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064" y="3542447"/>
            <a:ext cx="7010577" cy="27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GES</a:t>
            </a:r>
            <a:r>
              <a:rPr lang="en-US" b="true" sz="52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TURE RECOGNITION LOGIC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8218876">
            <a:off x="-1119429" y="-2811928"/>
            <a:ext cx="20025138" cy="20025138"/>
          </a:xfrm>
          <a:custGeom>
            <a:avLst/>
            <a:gdLst/>
            <a:ahLst/>
            <a:cxnLst/>
            <a:rect r="r" b="b" t="t" l="l"/>
            <a:pathLst>
              <a:path h="20025138" w="20025138">
                <a:moveTo>
                  <a:pt x="0" y="20025138"/>
                </a:moveTo>
                <a:lnTo>
                  <a:pt x="20025139" y="20025138"/>
                </a:lnTo>
                <a:lnTo>
                  <a:pt x="20025139" y="0"/>
                </a:lnTo>
                <a:lnTo>
                  <a:pt x="0" y="0"/>
                </a:lnTo>
                <a:lnTo>
                  <a:pt x="0" y="20025138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72999" y="-35275"/>
            <a:ext cx="8715001" cy="10322275"/>
          </a:xfrm>
          <a:custGeom>
            <a:avLst/>
            <a:gdLst/>
            <a:ahLst/>
            <a:cxnLst/>
            <a:rect r="r" b="b" t="t" l="l"/>
            <a:pathLst>
              <a:path h="10322275" w="8715001">
                <a:moveTo>
                  <a:pt x="0" y="0"/>
                </a:moveTo>
                <a:lnTo>
                  <a:pt x="8715001" y="0"/>
                </a:lnTo>
                <a:lnTo>
                  <a:pt x="8715001" y="10322275"/>
                </a:lnTo>
                <a:lnTo>
                  <a:pt x="0" y="1032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3764" y="386083"/>
            <a:ext cx="8219208" cy="2787875"/>
            <a:chOff x="0" y="0"/>
            <a:chExt cx="1282803" cy="435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803" cy="435114"/>
            </a:xfrm>
            <a:custGeom>
              <a:avLst/>
              <a:gdLst/>
              <a:ahLst/>
              <a:cxnLst/>
              <a:rect r="r" b="b" t="t" l="l"/>
              <a:pathLst>
                <a:path h="435114" w="1282803">
                  <a:moveTo>
                    <a:pt x="53690" y="0"/>
                  </a:moveTo>
                  <a:lnTo>
                    <a:pt x="1229113" y="0"/>
                  </a:lnTo>
                  <a:cubicBezTo>
                    <a:pt x="1243352" y="0"/>
                    <a:pt x="1257008" y="5657"/>
                    <a:pt x="1267077" y="15725"/>
                  </a:cubicBezTo>
                  <a:cubicBezTo>
                    <a:pt x="1277146" y="25794"/>
                    <a:pt x="1282803" y="39451"/>
                    <a:pt x="1282803" y="53690"/>
                  </a:cubicBezTo>
                  <a:lnTo>
                    <a:pt x="1282803" y="381424"/>
                  </a:lnTo>
                  <a:cubicBezTo>
                    <a:pt x="1282803" y="395664"/>
                    <a:pt x="1277146" y="409320"/>
                    <a:pt x="1267077" y="419389"/>
                  </a:cubicBezTo>
                  <a:cubicBezTo>
                    <a:pt x="1257008" y="429458"/>
                    <a:pt x="1243352" y="435114"/>
                    <a:pt x="1229113" y="435114"/>
                  </a:cubicBezTo>
                  <a:lnTo>
                    <a:pt x="53690" y="435114"/>
                  </a:lnTo>
                  <a:cubicBezTo>
                    <a:pt x="39451" y="435114"/>
                    <a:pt x="25794" y="429458"/>
                    <a:pt x="15725" y="419389"/>
                  </a:cubicBezTo>
                  <a:cubicBezTo>
                    <a:pt x="5657" y="409320"/>
                    <a:pt x="0" y="395664"/>
                    <a:pt x="0" y="381424"/>
                  </a:cubicBezTo>
                  <a:lnTo>
                    <a:pt x="0" y="53690"/>
                  </a:lnTo>
                  <a:cubicBezTo>
                    <a:pt x="0" y="39451"/>
                    <a:pt x="5657" y="25794"/>
                    <a:pt x="15725" y="15725"/>
                  </a:cubicBezTo>
                  <a:cubicBezTo>
                    <a:pt x="25794" y="5657"/>
                    <a:pt x="39451" y="0"/>
                    <a:pt x="53690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803" cy="47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98311"/>
            <a:ext cx="7302705" cy="183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HIGH-LEVEL SYS</a:t>
            </a:r>
            <a:r>
              <a:rPr lang="en-US" b="true" sz="52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TEM ARCHITECTURE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8218876">
            <a:off x="424677" y="-2791062"/>
            <a:ext cx="20025138" cy="20025138"/>
          </a:xfrm>
          <a:custGeom>
            <a:avLst/>
            <a:gdLst/>
            <a:ahLst/>
            <a:cxnLst/>
            <a:rect r="r" b="b" t="t" l="l"/>
            <a:pathLst>
              <a:path h="20025138" w="20025138">
                <a:moveTo>
                  <a:pt x="0" y="20025139"/>
                </a:moveTo>
                <a:lnTo>
                  <a:pt x="20025138" y="20025139"/>
                </a:lnTo>
                <a:lnTo>
                  <a:pt x="20025138" y="0"/>
                </a:lnTo>
                <a:lnTo>
                  <a:pt x="0" y="0"/>
                </a:lnTo>
                <a:lnTo>
                  <a:pt x="0" y="20025139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496" y="4137955"/>
            <a:ext cx="18131008" cy="4231612"/>
          </a:xfrm>
          <a:custGeom>
            <a:avLst/>
            <a:gdLst/>
            <a:ahLst/>
            <a:cxnLst/>
            <a:rect r="r" b="b" t="t" l="l"/>
            <a:pathLst>
              <a:path h="4231612" w="18131008">
                <a:moveTo>
                  <a:pt x="0" y="0"/>
                </a:moveTo>
                <a:lnTo>
                  <a:pt x="18131008" y="0"/>
                </a:lnTo>
                <a:lnTo>
                  <a:pt x="18131008" y="4231612"/>
                </a:lnTo>
                <a:lnTo>
                  <a:pt x="0" y="42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28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1900" y="340661"/>
            <a:ext cx="5704200" cy="1376077"/>
            <a:chOff x="0" y="0"/>
            <a:chExt cx="890276" cy="214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0276" cy="214770"/>
            </a:xfrm>
            <a:custGeom>
              <a:avLst/>
              <a:gdLst/>
              <a:ahLst/>
              <a:cxnLst/>
              <a:rect r="r" b="b" t="t" l="l"/>
              <a:pathLst>
                <a:path h="214770" w="890276">
                  <a:moveTo>
                    <a:pt x="58361" y="0"/>
                  </a:moveTo>
                  <a:lnTo>
                    <a:pt x="831915" y="0"/>
                  </a:lnTo>
                  <a:cubicBezTo>
                    <a:pt x="847393" y="0"/>
                    <a:pt x="862238" y="6149"/>
                    <a:pt x="873183" y="17094"/>
                  </a:cubicBezTo>
                  <a:cubicBezTo>
                    <a:pt x="884127" y="28038"/>
                    <a:pt x="890276" y="42883"/>
                    <a:pt x="890276" y="58361"/>
                  </a:cubicBezTo>
                  <a:lnTo>
                    <a:pt x="890276" y="156409"/>
                  </a:lnTo>
                  <a:cubicBezTo>
                    <a:pt x="890276" y="171887"/>
                    <a:pt x="884127" y="186731"/>
                    <a:pt x="873183" y="197676"/>
                  </a:cubicBezTo>
                  <a:cubicBezTo>
                    <a:pt x="862238" y="208621"/>
                    <a:pt x="847393" y="214770"/>
                    <a:pt x="831915" y="214770"/>
                  </a:cubicBezTo>
                  <a:lnTo>
                    <a:pt x="58361" y="214770"/>
                  </a:lnTo>
                  <a:cubicBezTo>
                    <a:pt x="42883" y="214770"/>
                    <a:pt x="28038" y="208621"/>
                    <a:pt x="17094" y="197676"/>
                  </a:cubicBezTo>
                  <a:cubicBezTo>
                    <a:pt x="6149" y="186731"/>
                    <a:pt x="0" y="171887"/>
                    <a:pt x="0" y="156409"/>
                  </a:cubicBezTo>
                  <a:lnTo>
                    <a:pt x="0" y="58361"/>
                  </a:lnTo>
                  <a:cubicBezTo>
                    <a:pt x="0" y="42883"/>
                    <a:pt x="6149" y="28038"/>
                    <a:pt x="17094" y="17094"/>
                  </a:cubicBezTo>
                  <a:cubicBezTo>
                    <a:pt x="28038" y="6149"/>
                    <a:pt x="42883" y="0"/>
                    <a:pt x="58361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90276" cy="252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59811" y="2698862"/>
            <a:ext cx="14451912" cy="14451912"/>
          </a:xfrm>
          <a:custGeom>
            <a:avLst/>
            <a:gdLst/>
            <a:ahLst/>
            <a:cxnLst/>
            <a:rect r="r" b="b" t="t" l="l"/>
            <a:pathLst>
              <a:path h="14451912" w="14451912">
                <a:moveTo>
                  <a:pt x="0" y="0"/>
                </a:moveTo>
                <a:lnTo>
                  <a:pt x="14451912" y="0"/>
                </a:lnTo>
                <a:lnTo>
                  <a:pt x="14451912" y="14451912"/>
                </a:lnTo>
                <a:lnTo>
                  <a:pt x="0" y="1445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867115"/>
            <a:ext cx="9501865" cy="3276385"/>
            <a:chOff x="0" y="0"/>
            <a:chExt cx="1482992" cy="511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2992" cy="511358"/>
            </a:xfrm>
            <a:custGeom>
              <a:avLst/>
              <a:gdLst/>
              <a:ahLst/>
              <a:cxnLst/>
              <a:rect r="r" b="b" t="t" l="l"/>
              <a:pathLst>
                <a:path h="511358" w="1482992">
                  <a:moveTo>
                    <a:pt x="35035" y="0"/>
                  </a:moveTo>
                  <a:lnTo>
                    <a:pt x="1447956" y="0"/>
                  </a:lnTo>
                  <a:cubicBezTo>
                    <a:pt x="1467306" y="0"/>
                    <a:pt x="1482992" y="15686"/>
                    <a:pt x="1482992" y="35035"/>
                  </a:cubicBezTo>
                  <a:lnTo>
                    <a:pt x="1482992" y="476322"/>
                  </a:lnTo>
                  <a:cubicBezTo>
                    <a:pt x="1482992" y="495672"/>
                    <a:pt x="1467306" y="511358"/>
                    <a:pt x="1447956" y="511358"/>
                  </a:cubicBezTo>
                  <a:lnTo>
                    <a:pt x="35035" y="511358"/>
                  </a:lnTo>
                  <a:cubicBezTo>
                    <a:pt x="15686" y="511358"/>
                    <a:pt x="0" y="495672"/>
                    <a:pt x="0" y="476322"/>
                  </a:cubicBezTo>
                  <a:lnTo>
                    <a:pt x="0" y="35035"/>
                  </a:lnTo>
                  <a:cubicBezTo>
                    <a:pt x="0" y="15686"/>
                    <a:pt x="15686" y="0"/>
                    <a:pt x="35035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82992" cy="549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457825"/>
            <a:ext cx="9501865" cy="3154921"/>
            <a:chOff x="0" y="0"/>
            <a:chExt cx="1482992" cy="49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2992" cy="492400"/>
            </a:xfrm>
            <a:custGeom>
              <a:avLst/>
              <a:gdLst/>
              <a:ahLst/>
              <a:cxnLst/>
              <a:rect r="r" b="b" t="t" l="l"/>
              <a:pathLst>
                <a:path h="492400" w="1482992">
                  <a:moveTo>
                    <a:pt x="35035" y="0"/>
                  </a:moveTo>
                  <a:lnTo>
                    <a:pt x="1447956" y="0"/>
                  </a:lnTo>
                  <a:cubicBezTo>
                    <a:pt x="1467306" y="0"/>
                    <a:pt x="1482992" y="15686"/>
                    <a:pt x="1482992" y="35035"/>
                  </a:cubicBezTo>
                  <a:lnTo>
                    <a:pt x="1482992" y="457365"/>
                  </a:lnTo>
                  <a:cubicBezTo>
                    <a:pt x="1482992" y="476714"/>
                    <a:pt x="1467306" y="492400"/>
                    <a:pt x="1447956" y="492400"/>
                  </a:cubicBezTo>
                  <a:lnTo>
                    <a:pt x="35035" y="492400"/>
                  </a:lnTo>
                  <a:cubicBezTo>
                    <a:pt x="15686" y="492400"/>
                    <a:pt x="0" y="476714"/>
                    <a:pt x="0" y="457365"/>
                  </a:cubicBezTo>
                  <a:lnTo>
                    <a:pt x="0" y="35035"/>
                  </a:lnTo>
                  <a:cubicBezTo>
                    <a:pt x="0" y="15686"/>
                    <a:pt x="15686" y="0"/>
                    <a:pt x="35035" y="0"/>
                  </a:cubicBezTo>
                  <a:close/>
                </a:path>
              </a:pathLst>
            </a:custGeom>
            <a:solidFill>
              <a:srgbClr val="19203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82992" cy="53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30542" y="2035771"/>
            <a:ext cx="6428762" cy="6428762"/>
          </a:xfrm>
          <a:custGeom>
            <a:avLst/>
            <a:gdLst/>
            <a:ahLst/>
            <a:cxnLst/>
            <a:rect r="r" b="b" t="t" l="l"/>
            <a:pathLst>
              <a:path h="6428762" w="6428762">
                <a:moveTo>
                  <a:pt x="0" y="0"/>
                </a:moveTo>
                <a:lnTo>
                  <a:pt x="6428762" y="0"/>
                </a:lnTo>
                <a:lnTo>
                  <a:pt x="6428762" y="6428763"/>
                </a:lnTo>
                <a:lnTo>
                  <a:pt x="0" y="6428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28758" y="435610"/>
            <a:ext cx="4830485" cy="103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F57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 and Github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69954" y="8555596"/>
            <a:ext cx="551640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Scan here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You can download the code from here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949" y="1997671"/>
            <a:ext cx="9023367" cy="295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 (The LOCAL Tool)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Distributed Version Control System. It manages the history of your project files on your local machine.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Modified files move from the Working Directory, through the Staging Area, and into the Local Repository (the hidden .git folder).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Action: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commit is a secure, compressed snapshot of all staged files, permanently recorded in the project's history.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949" y="5537957"/>
            <a:ext cx="9023367" cy="258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(The CLOUD Platform)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Web-based Git Repository Hosting Service. It provides a remote location for your local Git repositories.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Interactions: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push new local commits up to GitHub and pull new changes from GitHub down to your local machine.</a:t>
            </a:r>
          </a:p>
          <a:p>
            <a:pPr algn="l" marL="453414" indent="-226707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Action: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Pull Requests are formal proposals on GitHub to merge a remote branch, used for code review and team discussion.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40257">
            <a:off x="-3647533" y="-1217865"/>
            <a:ext cx="18622487" cy="18622487"/>
          </a:xfrm>
          <a:custGeom>
            <a:avLst/>
            <a:gdLst/>
            <a:ahLst/>
            <a:cxnLst/>
            <a:rect r="r" b="b" t="t" l="l"/>
            <a:pathLst>
              <a:path h="18622487" w="18622487">
                <a:moveTo>
                  <a:pt x="0" y="0"/>
                </a:moveTo>
                <a:lnTo>
                  <a:pt x="18622486" y="0"/>
                </a:lnTo>
                <a:lnTo>
                  <a:pt x="18622486" y="18622487"/>
                </a:lnTo>
                <a:lnTo>
                  <a:pt x="0" y="1862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040257">
            <a:off x="7602202" y="-693682"/>
            <a:ext cx="15641060" cy="15641060"/>
          </a:xfrm>
          <a:custGeom>
            <a:avLst/>
            <a:gdLst/>
            <a:ahLst/>
            <a:cxnLst/>
            <a:rect r="r" b="b" t="t" l="l"/>
            <a:pathLst>
              <a:path h="15641060" w="15641060">
                <a:moveTo>
                  <a:pt x="0" y="0"/>
                </a:moveTo>
                <a:lnTo>
                  <a:pt x="15641061" y="0"/>
                </a:lnTo>
                <a:lnTo>
                  <a:pt x="15641061" y="15641060"/>
                </a:lnTo>
                <a:lnTo>
                  <a:pt x="0" y="15641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040257">
            <a:off x="436199" y="-5081155"/>
            <a:ext cx="15083864" cy="15083864"/>
          </a:xfrm>
          <a:custGeom>
            <a:avLst/>
            <a:gdLst/>
            <a:ahLst/>
            <a:cxnLst/>
            <a:rect r="r" b="b" t="t" l="l"/>
            <a:pathLst>
              <a:path h="15083864" w="15083864">
                <a:moveTo>
                  <a:pt x="0" y="0"/>
                </a:moveTo>
                <a:lnTo>
                  <a:pt x="15083864" y="0"/>
                </a:lnTo>
                <a:lnTo>
                  <a:pt x="15083864" y="15083864"/>
                </a:lnTo>
                <a:lnTo>
                  <a:pt x="0" y="15083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0894" y="1473200"/>
            <a:ext cx="10734085" cy="696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DAHDj77S3Rg</dc:identifier>
  <dcterms:modified xsi:type="dcterms:W3CDTF">2011-08-01T06:04:30Z</dcterms:modified>
  <cp:revision>1</cp:revision>
  <dc:title>All About RPI</dc:title>
</cp:coreProperties>
</file>